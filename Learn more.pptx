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8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90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9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4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2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08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94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2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3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79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4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EB158-A581-43F2-B842-FEBE61FBDD0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9B9B3-A991-4F48-BEE9-47F6238A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09800"/>
            <a:ext cx="8229600" cy="2209800"/>
          </a:xfrm>
        </p:spPr>
        <p:txBody>
          <a:bodyPr/>
          <a:lstStyle/>
          <a:p>
            <a:r>
              <a:rPr lang="en-US" dirty="0" smtClean="0"/>
              <a:t>Learn more is </a:t>
            </a:r>
            <a:r>
              <a:rPr lang="en-US" dirty="0" err="1" smtClean="0"/>
              <a:t>persian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45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78562"/>
          </a:xfrm>
        </p:spPr>
        <p:txBody>
          <a:bodyPr/>
          <a:lstStyle/>
          <a:p>
            <a:r>
              <a:rPr lang="fa-IR" dirty="0" smtClean="0"/>
              <a:t>من همچنین میتوانم برنامه نویسی کنم ولی هنوز آماتورم ولی حد توان برنامه نویسی در سایت هست و میتوانید ببینید.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25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01000" cy="7086600"/>
          </a:xfrm>
        </p:spPr>
        <p:txBody>
          <a:bodyPr/>
          <a:lstStyle/>
          <a:p>
            <a:r>
              <a:rPr lang="fa-IR" dirty="0" smtClean="0"/>
              <a:t>امیدوارم در آینده یکی از بهترین برنامه </a:t>
            </a:r>
            <a:br>
              <a:rPr lang="fa-IR" dirty="0" smtClean="0"/>
            </a:br>
            <a:r>
              <a:rPr lang="fa-IR" dirty="0" smtClean="0"/>
              <a:t>نویس های دنیا و ایران باشم</a:t>
            </a:r>
            <a:br>
              <a:rPr lang="fa-IR" dirty="0" smtClean="0"/>
            </a:br>
            <a:r>
              <a:rPr lang="fa-IR" dirty="0"/>
              <a:t/>
            </a:r>
            <a:br>
              <a:rPr lang="fa-IR" dirty="0"/>
            </a:br>
            <a:r>
              <a:rPr lang="fa-IR" dirty="0" smtClean="0"/>
              <a:t/>
            </a:r>
            <a:br>
              <a:rPr lang="fa-IR" dirty="0" smtClean="0"/>
            </a:br>
            <a:r>
              <a:rPr lang="fa-IR" dirty="0"/>
              <a:t/>
            </a:r>
            <a:br>
              <a:rPr lang="fa-IR" dirty="0"/>
            </a:br>
            <a:r>
              <a:rPr lang="fa-IR" dirty="0" smtClean="0"/>
              <a:t/>
            </a:r>
            <a:br>
              <a:rPr lang="fa-IR" dirty="0" smtClean="0"/>
            </a:br>
            <a:r>
              <a:rPr lang="fa-IR" dirty="0"/>
              <a:t/>
            </a:r>
            <a:br>
              <a:rPr lang="fa-IR" dirty="0"/>
            </a:br>
            <a:r>
              <a:rPr lang="fa-IR" dirty="0" smtClean="0"/>
              <a:t>پایان.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21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Learn more is persian.</vt:lpstr>
      <vt:lpstr>من همچنین میتوانم برنامه نویسی کنم ولی هنوز آماتورم ولی حد توان برنامه نویسی در سایت هست و میتوانید ببینید.</vt:lpstr>
      <vt:lpstr>امیدوارم در آینده یکی از بهترین برنامه  نویس های دنیا و ایران باشم      پایان.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more is persian.</dc:title>
  <dc:creator>RASA</dc:creator>
  <cp:lastModifiedBy>RASA</cp:lastModifiedBy>
  <cp:revision>1</cp:revision>
  <dcterms:created xsi:type="dcterms:W3CDTF">2026-04-23T13:41:03Z</dcterms:created>
  <dcterms:modified xsi:type="dcterms:W3CDTF">2026-04-23T13:49:48Z</dcterms:modified>
</cp:coreProperties>
</file>